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E3A5F"/>
                </a:solidFill>
              </a:rPr>
              <a:t>NDWI Water-Body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6B7280"/>
                </a:solidFill>
              </a:rPr>
              <a:t>Extracting water bodies from satellite imagery using NDWI + Mean-Shift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2B6CB0"/>
                </a:solidFill>
              </a:rPr>
              <a:t>GNR Semester 8 — Problem Statement #6</a:t>
            </a:r>
          </a:p>
          <a:p>
            <a:r>
              <a:rPr sz="1600">
                <a:solidFill>
                  <a:srgbClr val="1F2A3A"/>
                </a:solidFill>
              </a:rPr>
              <a:t>Tanmay Mandaliya · Rohan · Pravesh Khaparde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7280"/>
                </a:solidFill>
              </a:rPr>
              <a:t>What the assignment asks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i="1">
                <a:solidFill>
                  <a:srgbClr val="1F2A3A"/>
                </a:solidFill>
              </a:rPr>
              <a:t>"Generate an NDWI image and make a 3-band image of Green, NIR, and NDWI components. Extract all water bodies from this 3-band image using the Mean-Shift segmentation algorithm."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Input: a Green-band and a NIR-band satellite GeoTIFF of the same place.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Output: a binary water mask (white = water, black = everything else) plus area in km² for each water body.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No training data. No labels. Unsupervised clustering only.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Must be defended as our own implementation — no sklearn / cv2 Mean-Shift.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NDWI — why water pops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2B6CB0"/>
                </a:solidFill>
              </a:rPr>
              <a:t>NDWI  =  (Green − NIR) / (Green + NIR)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Water reflects Green light but absorbs NIR → NDWI is large and positive.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Vegetation does the opposite (absorbs Green, reflects NIR) → NDWI is negative.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Built-up and bare soil → NDWI is near zero.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Pure arithmetic, applied pixel-by-pixel. No training, no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B7280"/>
                </a:solidFill>
              </a:rPr>
              <a:t>NDWI range:   −1   ⇐   land / vegetation          built-up ≈ 0          water  ⇒   +1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Stacking into a 3-D feature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i="1">
                <a:solidFill>
                  <a:srgbClr val="6B7280"/>
                </a:solidFill>
              </a:rPr>
              <a:t>Every pixel becomes one point in a 3-D feature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Step: stack Green, NIR, NDWI into a single array of shape (H, W, 3).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Every pixel is now a 3-D point with coordinates (Green, NIR, NDWI).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Water pixels cluster together in one region of this 3-D space.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Vegetation pixels cluster in a different region; built-up in yet another.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Clustering this point cloud is the job of Mean-Shift.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Mean-Shift — the core idea</a:t>
            </a:r>
          </a:p>
        </p:txBody>
      </p:sp>
      <p:pic>
        <p:nvPicPr>
          <p:cNvPr id="3" name="Picture 2" descr="meanshift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1064240" cy="5220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1F2A3A"/>
                </a:solidFill>
              </a:rPr>
              <a:t>Each point shifts toward the weighted mean of its neighbours within a radius called the bandwidth. Repeating this shrinks the cloud into a handful of density peaks. Points that converge to the same peak are one cluster.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Our segment() algorithm — written from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F2A3A"/>
                </a:solidFill>
                <a:latin typeface="Consolas"/>
              </a:rPr>
              <a:t>def segment(img3, bandwidth, max_iter=100, eps=1e-3):
    points = img3.reshape(H*W, 3)
    # normalise so bandwidth is isotropic
    pts = (points - points.mean(0)) / (points.std(0) + 1e-9)
    tree = cKDTree(pts)         # fast neighbour lookup
    for i in range(N):          # shift every pixel-point
        x = pts[i]
        while True:
            nbrs = pts[ tree.query_ball_point(x, bandwidth) ]
            w    = exp(-||nbrs - x||² / (2·h²))    # Gaussian weights
            x_new = (w · nbrs).sum() / w.sum()      # weighted mean
            if |x_new − x| &lt; eps: break
            x = x_new
        shifted[i] = x
    # points landing within bandwidth/2 → same cluster
    return merge_modes(shifted).reshape(H, 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The full pipeline, in one picture</a:t>
            </a:r>
          </a:p>
        </p:txBody>
      </p:sp>
      <p:pic>
        <p:nvPicPr>
          <p:cNvPr id="3" name="Picture 2" descr="pipeline_tah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3133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1F2A3A"/>
                </a:solidFill>
              </a:rPr>
              <a:t>Lake Tahoe sample: (1) raw Green band  →  (2) NDWI coloured blue→red  →  (3) Mean-Shift clusters (random colours)  →  (4) final water mask overlaid on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Results on other scenes</a:t>
            </a:r>
          </a:p>
        </p:txBody>
      </p:sp>
      <p:pic>
        <p:nvPicPr>
          <p:cNvPr id="3" name="Picture 2" descr="result_mumb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3119749"/>
          </a:xfrm>
          <a:prstGeom prst="rect">
            <a:avLst/>
          </a:prstGeom>
        </p:spPr>
      </p:pic>
      <p:pic>
        <p:nvPicPr>
          <p:cNvPr id="4" name="Picture 3" descr="result_khadakwas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095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i="1">
                <a:solidFill>
                  <a:srgbClr val="1F2A3A"/>
                </a:solidFill>
              </a:rPr>
              <a:t>Left: Mumbai coast — captures sea and creek. Right: Khadakwasla reservoir.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>
                <a:solidFill>
                  <a:srgbClr val="1F2A3A"/>
                </a:solidFill>
              </a:rPr>
              <a:t>•  10 Sentinel-2 scenes bundled: Tahoe, Mumbai, Dal Lake, Chilika, Amazon, Sundarbans, Great Salt Lake, Khadakwasla, Ganges, Iceland.</a:t>
            </a:r>
          </a:p>
          <a:p>
            <a:pPr algn="l">
              <a:spcAft>
                <a:spcPts val="1000"/>
              </a:spcAft>
            </a:pPr>
            <a:r>
              <a:rPr sz="1400">
                <a:solidFill>
                  <a:srgbClr val="1F2A3A"/>
                </a:solidFill>
              </a:rPr>
              <a:t>•  All pulled from AWS public Sentinel-2 COGs — no authentication needed.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The Streamlit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Sidebar: pick a scene from a dropdown, tweak four parameters (downsample k, bandwidth, min-NDWI, min-blob).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Five tabs: Input · NDWI · Segmentation · Water mask · Stats.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Click Run — Mean-Shift takes ~30-60 s with a progress bar.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Stats tab reports: how many water bodies, total area in km², per-blob breakdown.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2A3A"/>
                </a:solidFill>
              </a:rPr>
              <a:t>•  No file upload, no download buttons — kept simple so the algorithm is the focus.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3A5F"/>
                </a:solidFill>
              </a:rPr>
              <a:t>Summary — what is ours vs what is a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B6CB0"/>
                </a:solidFill>
              </a:rPr>
              <a:t>Ours (we wrote the code)
</a:t>
            </a:r>
            <a:r>
              <a:rPr sz="1400">
                <a:solidFill>
                  <a:srgbClr val="1F2A3A"/>
                </a:solidFill>
              </a:rPr>
              <a:t>NDWI formula · band stacking · Mean-Shift shift loop · Gaussian kernel · convergence check · mode merging · water-cluster selection · blob cleanup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6CB0"/>
                </a:solidFill>
              </a:rPr>
              <a:t>Plumbing (library call, labelled as such)
</a:t>
            </a:r>
            <a:r>
              <a:rPr sz="1400">
                <a:solidFill>
                  <a:srgbClr val="1F2A3A"/>
                </a:solidFill>
              </a:rPr>
              <a:t>rasterio — GeoTIFF I/O · scipy.cKDTree — fast neighbour search · scipy.ndimage.label — connected components · numpy — array math · streamlit/matplotlib — UI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6CB0"/>
                </a:solidFill>
              </a:rPr>
              <a:t>Deliberately NOT used
</a:t>
            </a:r>
            <a:r>
              <a:rPr sz="1400">
                <a:solidFill>
                  <a:srgbClr val="1F2A3A"/>
                </a:solidFill>
              </a:rPr>
              <a:t>sklearn.cluster.MeanShift · cv2.pyrMeanShiftFiltering — would defeat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1E3A5F"/>
                </a:solidFill>
              </a:rPr>
              <a:t>Thank you — questions welcome.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6B7280"/>
                </a:solidFill>
              </a:rPr>
              <a:t>NDWI Water-Body Segmentation · GNR Semester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