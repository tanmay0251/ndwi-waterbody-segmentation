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libri (MS)" charset="1" panose="020F0502020204030204"/>
      <p:regular r:id="rId17"/>
    </p:embeddedFont>
    <p:embeddedFont>
      <p:font typeface="Calibri (MS) Italics" charset="1" panose="020F05020202040A0204"/>
      <p:regular r:id="rId18"/>
    </p:embeddedFont>
    <p:embeddedFont>
      <p:font typeface="Consolas" charset="1" panose="020B0609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3059992"/>
            <a:ext cx="15922685" cy="21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true">
                <a:solidFill>
                  <a:srgbClr val="1E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NDWI Water-Body Segmentation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4920663"/>
            <a:ext cx="15922685" cy="134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Extracting water bodies from satellite imagery using NDWI + Mean-Shift segmentation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9577" y="7282786"/>
            <a:ext cx="1592268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B6CB0"/>
                </a:solidFill>
                <a:latin typeface="Calibri (MS)"/>
                <a:ea typeface="Calibri (MS)"/>
                <a:cs typeface="Calibri (MS)"/>
                <a:sym typeface="Calibri (MS)"/>
              </a:rPr>
              <a:t>GNR 602 — Problem Statement #6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Tanmay · Rohan · Pravesh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509064"/>
            <a:ext cx="16471754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E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1723463"/>
            <a:ext cx="16471754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What the assignment asks for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48" y="2596648"/>
            <a:ext cx="16426453" cy="2711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i="true">
                <a:solidFill>
                  <a:srgbClr val="1F2A3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"Generate an NDWI image and make a 3-band image of Green, NIR, and NDWI components. Extract all water bodies from this 3-band image using the Mean-Shift segmentation algorithm."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48" y="4518393"/>
            <a:ext cx="16426453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Input: a Green-band and a NIR-band satellite GeoTIFF of the same place.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Output: a binary water mask (white = water, black = everything else) plus area in km² for each water body.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No training data. No labels. Unsupervised clustering only.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Must be defended as our own implementation — no sklearn / cv2 Mean-Shift (PS requirment)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5048" y="9616326"/>
            <a:ext cx="1647175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509064"/>
            <a:ext cx="16471754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E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NDWI — why water pops out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2009480"/>
            <a:ext cx="16426453" cy="1651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4"/>
              </a:lnSpc>
            </a:pPr>
            <a:r>
              <a:rPr lang="en-US" sz="4503" b="true">
                <a:solidFill>
                  <a:srgbClr val="2B6C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NDWI  =  (Green − NIR) / (Green + NIR)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48" y="4381119"/>
            <a:ext cx="16426453" cy="737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Water reflects Green light but absorbs NIR → NDWI is large and positive.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Vegetation does the opposite (absorbs Green, reflects NIR) → NDWI is negative.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Built-up and bare soil → NDWI is near zero.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Pure arithmetic, applied pixel-by-pixel. No training, no model.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48" y="7822330"/>
            <a:ext cx="16426453" cy="9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NDWI range:   −1   ⇐   land / vegetation          built-up ≈ 0          water  ⇒   +1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5048" y="9616326"/>
            <a:ext cx="1647175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509064"/>
            <a:ext cx="16471754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E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Stacking into a 3-D feature space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1723463"/>
            <a:ext cx="16471754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Every pixel becomes one point in a 3-D feature space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48" y="2733913"/>
            <a:ext cx="16426453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Step: stack Green, NIR, NDWI into a single array of shape (H, W, 3).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Every pixel is now a 3-D point with coordinates (Green, NIR, NDWI).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Water pixels cluster together in one region of this 3-D space.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Vegetation pixels cluster in a different region; built-up in yet another.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Clustering this point cloud is the job of Mean-Shift.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48" y="9616326"/>
            <a:ext cx="1647175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2397" y="246875"/>
            <a:ext cx="16471754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E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Mean-Shift — the core idea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49967" y="904581"/>
            <a:ext cx="16609333" cy="7836408"/>
            <a:chOff x="0" y="0"/>
            <a:chExt cx="22145777" cy="10448544"/>
          </a:xfrm>
        </p:grpSpPr>
        <p:sp>
          <p:nvSpPr>
            <p:cNvPr name="Freeform 4" id="4" descr="meanshift_concept.png"/>
            <p:cNvSpPr/>
            <p:nvPr/>
          </p:nvSpPr>
          <p:spPr>
            <a:xfrm flipH="false" flipV="false" rot="0">
              <a:off x="0" y="0"/>
              <a:ext cx="22145752" cy="10448544"/>
            </a:xfrm>
            <a:custGeom>
              <a:avLst/>
              <a:gdLst/>
              <a:ahLst/>
              <a:cxnLst/>
              <a:rect r="r" b="b" t="t" l="l"/>
              <a:pathLst>
                <a:path h="10448544" w="22145752">
                  <a:moveTo>
                    <a:pt x="0" y="0"/>
                  </a:moveTo>
                  <a:lnTo>
                    <a:pt x="22145752" y="0"/>
                  </a:lnTo>
                  <a:lnTo>
                    <a:pt x="22145752" y="10448544"/>
                  </a:lnTo>
                  <a:lnTo>
                    <a:pt x="0" y="10448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5048" y="8645928"/>
            <a:ext cx="16426453" cy="119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i="true">
                <a:solidFill>
                  <a:srgbClr val="1F2A3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Each point shifts toward the weighted mean of its neighbours within a radius called the bandwidth. Repeating this shrinks the cloud into a handful of density peaks. Points that converge to the same peak are one cluster.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5048" y="9616326"/>
            <a:ext cx="1647175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509064"/>
            <a:ext cx="16471754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E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segment() algorithm — written from scratch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2047580"/>
            <a:ext cx="16426453" cy="751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def segment(img3, bandwidth, max_iter=100, eps=1e-3):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points = img3.reshape(H*W, 3)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# normalise so bandwidth is isotropic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pts = (points - points.mean(0)) / (points.std(0) + 1e-9)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tree = cKDTree(pts)         # fast neighbour lookup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for i in range(N):          # shift every pixel-point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    x = pts[i]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    while True: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        nbrs = pts[ tree.query_ball_point(x, bandwidth) ]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        w    = exp(-||nbrs - x||² / (2·h²))    # Gaussian weights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        x_new = (w · nbrs).sum() / w.sum()      # weighted mean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        if |x_new − x| &lt; eps: break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        x = x_new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    shifted[i] = x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# points landing within bandwidth/2 → same cluster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F2A3A"/>
                </a:solidFill>
                <a:latin typeface="Consolas"/>
                <a:ea typeface="Consolas"/>
                <a:cs typeface="Consolas"/>
                <a:sym typeface="Consolas"/>
              </a:rPr>
              <a:t>    return merge_modes(shifted).reshape(H, W)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48" y="9616326"/>
            <a:ext cx="1647175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509064"/>
            <a:ext cx="16471754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E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full pipeline, in one picture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11804" y="1853108"/>
            <a:ext cx="17432941" cy="4703855"/>
            <a:chOff x="0" y="0"/>
            <a:chExt cx="23243921" cy="6271806"/>
          </a:xfrm>
        </p:grpSpPr>
        <p:sp>
          <p:nvSpPr>
            <p:cNvPr name="Freeform 4" id="4" descr="pipeline_tahoe.png"/>
            <p:cNvSpPr/>
            <p:nvPr/>
          </p:nvSpPr>
          <p:spPr>
            <a:xfrm flipH="false" flipV="false" rot="0">
              <a:off x="0" y="0"/>
              <a:ext cx="23243921" cy="6271768"/>
            </a:xfrm>
            <a:custGeom>
              <a:avLst/>
              <a:gdLst/>
              <a:ahLst/>
              <a:cxnLst/>
              <a:rect r="r" b="b" t="t" l="l"/>
              <a:pathLst>
                <a:path h="6271768" w="23243921">
                  <a:moveTo>
                    <a:pt x="0" y="0"/>
                  </a:moveTo>
                  <a:lnTo>
                    <a:pt x="23243921" y="0"/>
                  </a:lnTo>
                  <a:lnTo>
                    <a:pt x="23243921" y="6271768"/>
                  </a:lnTo>
                  <a:lnTo>
                    <a:pt x="0" y="6271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5048" y="8783203"/>
            <a:ext cx="16426453" cy="105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i="true">
                <a:solidFill>
                  <a:srgbClr val="1F2A3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Lake Tahoe sample: (1) raw Green band  →  (2) NDWI coloured blue→red  →  (3) Mean-Shift clusters (random colours)  →  (4) final water mask overlaid on Green.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5048" y="9616326"/>
            <a:ext cx="1647175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509064"/>
            <a:ext cx="16471754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E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Results on other scenes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49069" y="1784471"/>
            <a:ext cx="8510568" cy="4683281"/>
            <a:chOff x="0" y="0"/>
            <a:chExt cx="11347425" cy="6244374"/>
          </a:xfrm>
        </p:grpSpPr>
        <p:sp>
          <p:nvSpPr>
            <p:cNvPr name="Freeform 4" id="4" descr="result_mumbai.png"/>
            <p:cNvSpPr/>
            <p:nvPr/>
          </p:nvSpPr>
          <p:spPr>
            <a:xfrm flipH="false" flipV="false" rot="0">
              <a:off x="0" y="0"/>
              <a:ext cx="11347450" cy="6244336"/>
            </a:xfrm>
            <a:custGeom>
              <a:avLst/>
              <a:gdLst/>
              <a:ahLst/>
              <a:cxnLst/>
              <a:rect r="r" b="b" t="t" l="l"/>
              <a:pathLst>
                <a:path h="6244336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6244336"/>
                  </a:lnTo>
                  <a:lnTo>
                    <a:pt x="0" y="6244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334176" y="1784471"/>
            <a:ext cx="8510568" cy="4647324"/>
            <a:chOff x="0" y="0"/>
            <a:chExt cx="11347425" cy="6196432"/>
          </a:xfrm>
        </p:grpSpPr>
        <p:sp>
          <p:nvSpPr>
            <p:cNvPr name="Freeform 6" id="6" descr="result_khadakwasla.png"/>
            <p:cNvSpPr/>
            <p:nvPr/>
          </p:nvSpPr>
          <p:spPr>
            <a:xfrm flipH="false" flipV="false" rot="0">
              <a:off x="0" y="0"/>
              <a:ext cx="11347450" cy="6196457"/>
            </a:xfrm>
            <a:custGeom>
              <a:avLst/>
              <a:gdLst/>
              <a:ahLst/>
              <a:cxnLst/>
              <a:rect r="r" b="b" t="t" l="l"/>
              <a:pathLst>
                <a:path h="6196457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6196457"/>
                  </a:lnTo>
                  <a:lnTo>
                    <a:pt x="0" y="6196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15048" y="7822330"/>
            <a:ext cx="16426453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i="true">
                <a:solidFill>
                  <a:srgbClr val="1F2A3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Left: Mumbai coast — captures sea and creek. Right: Khadakwasla reservoir.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48" y="8645928"/>
            <a:ext cx="16426453" cy="736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10 Sentinel-2 scenes bundled: Tahoe, Mumbai, Dal Lake, Chilika, Amazon, Sundarbans, Great Salt Lake, Khadakwasla, Ganges, Iceland.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All pulled from AWS public Sentinel-2 COGs — no authentication needed.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48" y="9616326"/>
            <a:ext cx="1647175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509064"/>
            <a:ext cx="16471754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E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Streamlit UI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2459384"/>
            <a:ext cx="16426453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Sidebar: pick a scene from a dropdown, tweak four parameters (downsample k, bandwidth, min-NDWI, min-blob).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Five tabs: Input · NDWI · Segmentation · Water mask · Stats.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Click Run — Mean-Shift takes ~30-60 s with a progress bar.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Stats tab reports: how many water bodies, total area in km², per-blob breakdown.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48" y="9616326"/>
            <a:ext cx="1647175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509064"/>
            <a:ext cx="1647175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E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Summary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2203894"/>
            <a:ext cx="16426453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B6C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Ours (we wrote the code)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NDWI formula · band stacking · Mean-Shift shift loop · Gaussian kernel · convergence check · mode merging · water-cluster selection · blob cleanup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B6C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Plumbing (library call, labelled as such)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rasterio — GeoTIFF I/O · scipy.cKDTree — fast neighbour search · scipy.ndimage.label — connected components · numpy — array math · streamlit/matplotlib — UI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B6C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Deliberately NOT used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F2A3A"/>
                </a:solidFill>
                <a:latin typeface="Calibri (MS)"/>
                <a:ea typeface="Calibri (MS)"/>
                <a:cs typeface="Calibri (MS)"/>
                <a:sym typeface="Calibri (MS)"/>
              </a:rPr>
              <a:t>sklearn.cluster.MeanShift · cv2.pyrMeanShiftFiltering — would defeat the scope of the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48" y="8773678"/>
            <a:ext cx="1642645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i="true">
                <a:solidFill>
                  <a:srgbClr val="1E3A5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48" y="9616326"/>
            <a:ext cx="1647175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DAHH21SgUHc</dc:identifier>
  <dcterms:modified xsi:type="dcterms:W3CDTF">2011-08-01T06:04:30Z</dcterms:modified>
  <cp:revision>1</cp:revision>
  <dc:title>project_presentation (1).pptx</dc:title>
</cp:coreProperties>
</file>